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6C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D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97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Naive
Bayes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95.2</c:v>
                </c:pt>
                <c:pt idx="1">
                  <c:v>93.5</c:v>
                </c:pt>
                <c:pt idx="2">
                  <c:v>91.7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7"/>
          <c:min val="88"/>
        </c:scaling>
        <c:delete val="0"/>
        <c:axPos val="l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97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560320"/>
            <a:ext cx="2926080" cy="29260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NLP and Machine Learning Approaches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Naive Bayes  ·  Random Forest  ·  TF-IDF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 Classification  |  2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18562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stories spread up to 6× faster online than verified reporting, reaching larger audiences before corrections circulate.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8562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has been linked to public health crises, electoral interference, and erosion of trust in established institutions.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6324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35021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fact-checking cannot keep pace with the daily volume of content produced across social and news platforms.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6324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Solution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35021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machine learning can learn linguistic patterns associated with fabricated content and flag articles at speed and scale.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 Classification  |  3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5603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356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5603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4356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25603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4356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80760" y="2084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 Used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00400"/>
          <a:ext cx="8321040" cy="141732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20040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article's 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with empty string if 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of the article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with empty string if 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(0=real, 1=fake)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— not used as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 Classification  |  4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719072" y="2135124"/>
            <a:ext cx="2011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138988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819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40487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+ title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10128" y="2135124"/>
            <a:ext cx="2011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1096" y="1508760"/>
            <a:ext cx="138988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11096" y="15819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11096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11096" y="240487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· lowercase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· stemming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01184" y="2135124"/>
            <a:ext cx="2011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1508760"/>
            <a:ext cx="138988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02152" y="15819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02152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02152" y="240487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TF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92240" y="2135124"/>
            <a:ext cx="2011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3208" y="1508760"/>
            <a:ext cx="138988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93208" y="15819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93208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93208" y="240487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NB · RF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split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84264" y="1508760"/>
            <a:ext cx="1389888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84264" y="158191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84264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84264" y="240487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F1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035808"/>
            <a:ext cx="274320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1089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Detail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" y="341071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Strip non-alpha chars via regex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Lowercase all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Remove NLTK English stopwords (179 tokens)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Porter stemmer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035808"/>
            <a:ext cx="274320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1089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Vectoriser Settings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01568" y="341071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sublinear_tf = True  (log scaling)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min_df = 2  (ignore rare terms)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max_df = 0.95  (ignore near-universal terms)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Fitted on training split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035808"/>
            <a:ext cx="274320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31089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Strategy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73368" y="3410712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80 % training  /  20 % 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sampling (preserves class ratio)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seed = 42 for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 Classification  |  5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4320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081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916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Probabilistic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1938528"/>
            <a:ext cx="2542032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log-odds as a linear combination of TF-IDF features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(C = 1.0) prevents overfitting on high-dim input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liblinear solver — efficient on sparse matrices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interpret; competitive on text tasks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4081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6916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· Probabilistic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01568" y="1938528"/>
            <a:ext cx="2542032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variant suited to discrete term-frequency features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conditional independence of features given class label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 smoothing (α = 0.1) handles unseen vocabulary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training and inference; strong text baseline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71600"/>
            <a:ext cx="2743200" cy="50292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14081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16916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· Non-linear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73368" y="1938528"/>
            <a:ext cx="2542032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trained on bootstrap samples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via majority vote across trees (bagging)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 criterion; sqrt feature subsampling per split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interactions; robust to outliers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 Classification  |  6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25880"/>
          <a:ext cx="4114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206240" cy="173736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640080"/>
                <a:gridCol w="685800"/>
                <a:gridCol w="5943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3246120"/>
            <a:ext cx="420624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00600" y="3319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800600" y="36118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outperformed both ensemble and generative baselines by 1.7–3.5 percentage points, consistent with the NLP literature on high-dimensional sparse text features.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Credibility Classification  |  7 /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024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53312"/>
            <a:ext cx="54864" cy="11155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356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Limited Input 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173736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 + title used as input. Article body text — which contains the richest linguistic signals for misinformation — is excluded from this study.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96896"/>
            <a:ext cx="54864" cy="11155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791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Single-Corpus Evaluation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9809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trained and tested on one dataset. Generalisation to different political contexts, languages, or time periods is unverified.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54864" cy="11155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9227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Binary Labels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2245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/ fake dichotomy oversimplifies credibility. Articles may be misleading, satirical, or partially accurate in ways a binary label cannot capture.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35331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353312"/>
            <a:ext cx="54864" cy="111556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4356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Body-Text Features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73752" y="173736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full article body to access rhetorical patterns, hedging language, and named-entity profiles.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596896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596896"/>
            <a:ext cx="54864" cy="111556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6791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Semantic Embeddings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29809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BERT and RoBERTa as feature extractors to capture contextual meaning beyond bag-of-words representations.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840480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840480"/>
            <a:ext cx="54864" cy="111556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9227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Cross-Domain Testing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73752" y="42245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on held-out corpora from different outlets and time periods to measure domain robustness.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3200400" cy="32004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NLP pipeline — stemming, stopword removal, TF-IDF — delivers a strong baseline for automated news credibility classification.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7772400" cy="0"/>
          </a:xfrm>
          <a:prstGeom prst="line">
            <a:avLst/>
          </a:prstGeom>
          <a:noFill/>
          <a:ln w="12700">
            <a:solidFill>
              <a:srgbClr val="1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5798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achieves 95.2% accuracy, outperforming Random Forest (93.5%) and Naive Bayes (91.7%) under identical feature conditions.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89504"/>
            <a:ext cx="7772400" cy="0"/>
          </a:xfrm>
          <a:prstGeom prst="line">
            <a:avLst/>
          </a:prstGeom>
          <a:noFill/>
          <a:ln w="12700">
            <a:solidFill>
              <a:srgbClr val="1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5409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09067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over sparse text representations remain competitive and practically efficient without transformer-level compute requirements.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85616"/>
            <a:ext cx="7772400" cy="0"/>
          </a:xfrm>
          <a:prstGeom prst="line">
            <a:avLst/>
          </a:prstGeom>
          <a:noFill/>
          <a:ln w="12700">
            <a:solidFill>
              <a:srgbClr val="1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5020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986784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should incorporate body-text features, semantic embeddings, and cross-domain evaluation to build more generalisable systems.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617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7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News Credibility Classification</dc:title>
  <dc:subject>PptxGenJS Presentation</dc:subject>
  <dc:creator>PptxGenJS</dc:creator>
  <cp:lastModifiedBy>PptxGenJS</cp:lastModifiedBy>
  <cp:revision>1</cp:revision>
  <dcterms:created xsi:type="dcterms:W3CDTF">2026-05-08T18:59:55Z</dcterms:created>
  <dcterms:modified xsi:type="dcterms:W3CDTF">2026-05-08T18:59:55Z</dcterms:modified>
</cp:coreProperties>
</file>